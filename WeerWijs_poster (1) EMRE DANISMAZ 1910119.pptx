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0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56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2A6FF0"/>
          </a:solidFill>
          <a:ln w="12700">
            <a:solidFill>
              <a:srgbClr val="2A6F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Decoratie 1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Decoratie 2"/>
          <p:cNvSpPr/>
          <p:nvPr/>
        </p:nvSpPr>
        <p:spPr>
          <a:xfrm>
            <a:off x="4206240" y="640080"/>
            <a:ext cx="1463040" cy="14630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0" y="1417320"/>
            <a:ext cx="12188952" cy="91440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Zon"/>
          <p:cNvSpPr/>
          <p:nvPr/>
        </p:nvSpPr>
        <p:spPr>
          <a:xfrm>
            <a:off x="5989320" y="201168"/>
            <a:ext cx="868680" cy="86868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Wolk 1"/>
          <p:cNvSpPr/>
          <p:nvPr/>
        </p:nvSpPr>
        <p:spPr>
          <a:xfrm>
            <a:off x="6355080" y="566928"/>
            <a:ext cx="822960" cy="5029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Wolk 2"/>
          <p:cNvSpPr/>
          <p:nvPr/>
        </p:nvSpPr>
        <p:spPr>
          <a:xfrm>
            <a:off x="6720840" y="457200"/>
            <a:ext cx="685800" cy="612648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Wolk 3"/>
          <p:cNvSpPr/>
          <p:nvPr/>
        </p:nvSpPr>
        <p:spPr>
          <a:xfrm>
            <a:off x="7040880" y="658368"/>
            <a:ext cx="640080" cy="41148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 txBox="1"/>
          <p:nvPr/>
        </p:nvSpPr>
        <p:spPr>
          <a:xfrm>
            <a:off x="457200" y="109728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WeerWijs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9509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weer. Slim huis.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2004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App | HBO-ICT</a:t>
            </a:r>
            <a:endParaRPr lang="en-US" sz="1800" dirty="0"/>
          </a:p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Emre Danismaz | 1910119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73152" cy="310896"/>
          </a:xfrm>
          <a:prstGeom prst="rect">
            <a:avLst/>
          </a:prstGeom>
          <a:solidFill>
            <a:srgbClr val="2A6FF0"/>
          </a:solidFill>
          <a:ln w="12700">
            <a:solidFill>
              <a:srgbClr val="2A6F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kan het?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2A6FF0"/>
          </a:solidFill>
          <a:ln w="12700">
            <a:solidFill>
              <a:srgbClr val="2A6F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24028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Weerstation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dagen weer invoeren, met weerrapport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 txBox="1"/>
          <p:nvPr/>
        </p:nvSpPr>
        <p:spPr>
          <a:xfrm>
            <a:off x="4572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953512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Stuurt CV, ventilatie en bewatering aan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 txBox="1"/>
          <p:nvPr/>
        </p:nvSpPr>
        <p:spPr>
          <a:xfrm>
            <a:off x="4572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666744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weer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Actuele temperatuur Utrecht (Open-Meteo)</a:t>
            </a:r>
            <a:endParaRPr lang="en-US" sz="1400" dirty="0"/>
          </a:p>
        </p:txBody>
      </p:sp>
      <p:sp>
        <p:nvSpPr>
          <p:cNvPr id="24" name="Menu achtergrond"/>
          <p:cNvSpPr/>
          <p:nvPr/>
        </p:nvSpPr>
        <p:spPr>
          <a:xfrm>
            <a:off x="457200" y="44348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2B2A6B"/>
          </a:solidFill>
          <a:ln w="12700">
            <a:solidFill>
              <a:srgbClr val="2B2A6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 txBox="1"/>
          <p:nvPr/>
        </p:nvSpPr>
        <p:spPr>
          <a:xfrm>
            <a:off x="594360" y="4480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9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HOOFDMENU 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Weerstation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Smart App Controller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Huidig weer in Utrecht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Stoppen</a:t>
            </a:r>
            <a:endParaRPr lang="en-US" sz="900" dirty="0"/>
          </a:p>
        </p:txBody>
      </p:sp>
      <p:sp>
        <p:nvSpPr>
          <p:cNvPr id="26" name="Eerst Daarna kaart"/>
          <p:cNvSpPr/>
          <p:nvPr/>
        </p:nvSpPr>
        <p:spPr>
          <a:xfrm>
            <a:off x="457200" y="55321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457200" y="5577840"/>
            <a:ext cx="64008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 txBox="1"/>
          <p:nvPr/>
        </p:nvSpPr>
        <p:spPr>
          <a:xfrm>
            <a:off x="640080" y="55595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Eerst: </a:t>
            </a: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invoerbestand niet gevonden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Daarna: </a:t>
            </a: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via os.path (met AI-hulp)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1719072"/>
            <a:ext cx="73152" cy="31089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 txBox="1"/>
          <p:nvPr/>
        </p:nvSpPr>
        <p:spPr>
          <a:xfrm>
            <a:off x="34747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waar ik trots op ben</a:t>
            </a:r>
            <a:endParaRPr lang="en-US" sz="1900" dirty="0"/>
          </a:p>
        </p:txBody>
      </p:sp>
      <p:sp>
        <p:nvSpPr>
          <p:cNvPr id="31" name="Code paneel"/>
          <p:cNvSpPr/>
          <p:nvPr/>
        </p:nvSpPr>
        <p:spPr>
          <a:xfrm>
            <a:off x="3291840" y="2194560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1B1D3A"/>
          </a:solidFill>
          <a:ln w="12700">
            <a:solidFill>
              <a:srgbClr val="1B1D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2" name="Shape 30"/>
          <p:cNvSpPr/>
          <p:nvPr/>
        </p:nvSpPr>
        <p:spPr>
          <a:xfrm>
            <a:off x="347472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Shape 31"/>
          <p:cNvSpPr/>
          <p:nvPr/>
        </p:nvSpPr>
        <p:spPr>
          <a:xfrm>
            <a:off x="3657600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Shape 32"/>
          <p:cNvSpPr/>
          <p:nvPr/>
        </p:nvSpPr>
        <p:spPr>
          <a:xfrm>
            <a:off x="3840480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 txBox="1"/>
          <p:nvPr/>
        </p:nvSpPr>
        <p:spPr>
          <a:xfrm>
            <a:off x="416052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weerstation.py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520440" y="2606040"/>
            <a:ext cx="4937760" cy="347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vraag_waarde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vraag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als_geheel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min_waarde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max_waarde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invoer 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vraag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invoer 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als_geheel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waarde 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invoer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waarde 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invoer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"Ongeldige invoer, voer een getal in."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waarde 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waarde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waarde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"inf"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"-inf"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"Ongeldige invoer, voer een gewoon getal in."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min_waarde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waarde 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min_waarde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f"De waarde moet minimaal {min_waarde} zijn."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max_waarde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waarde 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max_waarde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f"De waarde mag maximaal {max_waarde} zijn."</a:t>
            </a: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waarde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778240" y="1719072"/>
            <a:ext cx="73152" cy="310896"/>
          </a:xfrm>
          <a:prstGeom prst="rect">
            <a:avLst/>
          </a:prstGeom>
          <a:solidFill>
            <a:srgbClr val="2A6FF0"/>
          </a:solidFill>
          <a:ln w="12700">
            <a:solidFill>
              <a:srgbClr val="2A6F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 txBox="1"/>
          <p:nvPr/>
        </p:nvSpPr>
        <p:spPr>
          <a:xfrm>
            <a:off x="89611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en reflectie</a:t>
            </a:r>
            <a:endParaRPr lang="en-US" sz="1900" dirty="0"/>
          </a:p>
        </p:txBody>
      </p:sp>
      <p:sp>
        <p:nvSpPr>
          <p:cNvPr id="39" name="Planning kaart"/>
          <p:cNvSpPr/>
          <p:nvPr/>
        </p:nvSpPr>
        <p:spPr>
          <a:xfrm>
            <a:off x="8778240" y="2194560"/>
            <a:ext cx="295351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0" name="Shape 38"/>
          <p:cNvSpPr/>
          <p:nvPr/>
        </p:nvSpPr>
        <p:spPr>
          <a:xfrm>
            <a:off x="8778240" y="2258568"/>
            <a:ext cx="64008" cy="2249424"/>
          </a:xfrm>
          <a:prstGeom prst="rect">
            <a:avLst/>
          </a:prstGeom>
          <a:solidFill>
            <a:srgbClr val="2A6FF0"/>
          </a:solidFill>
          <a:ln w="12700">
            <a:solidFill>
              <a:srgbClr val="2A6F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 txBox="1"/>
          <p:nvPr/>
        </p:nvSpPr>
        <p:spPr>
          <a:xfrm>
            <a:off x="8915400" y="2240280"/>
            <a:ext cx="2679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</a:t>
            </a: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week bijblijven met de opdrachten.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liep anders: </a:t>
            </a: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Controller was lastiger dan verwacht. Het Weerstation vond ik makkelijker en ik had de Controller onderschat.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keer: </a:t>
            </a: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eerder beginnen. Sprint 2 en 3 startte ik pas in de laatste week, waardoor er geen tijd was voor de XL-opdracht.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778240" y="4690872"/>
            <a:ext cx="73152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Text 41"/>
          <p:cNvSpPr txBox="1"/>
          <p:nvPr/>
        </p:nvSpPr>
        <p:spPr>
          <a:xfrm>
            <a:off x="896112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Onderzoekend vermogen</a:t>
            </a:r>
            <a:endParaRPr lang="en-US" sz="1900" dirty="0"/>
          </a:p>
        </p:txBody>
      </p:sp>
      <p:sp>
        <p:nvSpPr>
          <p:cNvPr id="44" name="Onderzoek kaart"/>
          <p:cNvSpPr/>
          <p:nvPr/>
        </p:nvSpPr>
        <p:spPr>
          <a:xfrm>
            <a:off x="8778240" y="5120640"/>
            <a:ext cx="2953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5" name="Shape 43"/>
          <p:cNvSpPr/>
          <p:nvPr/>
        </p:nvSpPr>
        <p:spPr>
          <a:xfrm>
            <a:off x="8778240" y="5184648"/>
            <a:ext cx="64008" cy="9235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6" name="Text 44"/>
          <p:cNvSpPr txBox="1"/>
          <p:nvPr/>
        </p:nvSpPr>
        <p:spPr>
          <a:xfrm>
            <a:off x="8915400" y="5166360"/>
            <a:ext cx="2679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heb uitgezocht wat API's zijn, hoe ze werken en hoe je ze gebruikt. Zo laat WeerWijs nu het live weer van Utrecht zien.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A6FF0"/>
          </a:solidFill>
          <a:ln w="12700">
            <a:solidFill>
              <a:srgbClr val="2A6F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Shape 46"/>
          <p:cNvSpPr/>
          <p:nvPr/>
        </p:nvSpPr>
        <p:spPr>
          <a:xfrm>
            <a:off x="0" y="6355080"/>
            <a:ext cx="12188952" cy="54864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9" name="Text 47"/>
          <p:cNvSpPr txBox="1"/>
          <p:nvPr/>
        </p:nvSpPr>
        <p:spPr>
          <a:xfrm>
            <a:off x="457200" y="63550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Open-Meteo API  |  JSON  |  Bestanden lezen en schrijven  |  try/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WeerWijs - Smart App poster</dc:title>
  <dc:subject>PptxGenJS Presentation</dc:subject>
  <dc:creator>Emre Danismaz</dc:creator>
  <cp:lastModifiedBy>Emre Danismaz</cp:lastModifiedBy>
  <cp:revision>2</cp:revision>
  <dcterms:created xsi:type="dcterms:W3CDTF">2026-10-09T19:59:25Z</dcterms:created>
  <dcterms:modified xsi:type="dcterms:W3CDTF">2026-10-09T20:00:44Z</dcterms:modified>
</cp:coreProperties>
</file>