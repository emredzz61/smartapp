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355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WeerWijs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weer. Slim huis.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320040"/>
            <a:ext cx="4142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App | HBO-ICT</a:t>
            </a:r>
            <a:endParaRPr lang="en-US" sz="1800" dirty="0"/>
          </a:p>
          <a:p>
            <a:pPr marL="0" indent="0" algn="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Emre Danismaz | 1910119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kan het?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822960" cy="45720"/>
          </a:xfrm>
          <a:prstGeom prst="rect">
            <a:avLst/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 txBox="1"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2402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Weerstation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dagen weer invoeren, met gevoelstemperatuur en weerrapport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 txBox="1"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0175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CV-ketel, ventilatie en bewatering automatisch aansturen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794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weer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Actuele temperatuur in Utrecht via de Open-Meteo API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3657600" cy="150876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 txBox="1"/>
          <p:nvPr/>
        </p:nvSpPr>
        <p:spPr>
          <a:xfrm>
            <a:off x="640080" y="470916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8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HOOFDMENU ===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Weerstation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Smart App Controller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Huidig weer in Utrecht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Stoppen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waar ik trots op ben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389120" y="2075688"/>
            <a:ext cx="822960" cy="45720"/>
          </a:xfrm>
          <a:prstGeom prst="rect">
            <a:avLst/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Shape 20"/>
          <p:cNvSpPr/>
          <p:nvPr/>
        </p:nvSpPr>
        <p:spPr>
          <a:xfrm>
            <a:off x="4389120" y="2240280"/>
            <a:ext cx="37490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23" name="Code vraag_waarde deel 1" descr="Code van de functie vraag_waarde, deel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304288"/>
            <a:ext cx="3566160" cy="1554480"/>
          </a:xfrm>
          <a:prstGeom prst="rect">
            <a:avLst/>
          </a:prstGeom>
        </p:spPr>
      </p:pic>
      <p:pic>
        <p:nvPicPr>
          <p:cNvPr id="24" name="Code vraag_waarde deel 2" descr="Code van de functie vraag_waarde, deel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886200"/>
            <a:ext cx="3566160" cy="144475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389120" y="5486400"/>
            <a:ext cx="3749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2"/>
          <p:cNvSpPr txBox="1"/>
          <p:nvPr/>
        </p:nvSpPr>
        <p:spPr>
          <a:xfrm>
            <a:off x="4526280" y="55046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Eerst: </a:t>
            </a: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invoerbestand niet gevonden (pad klopte niet)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Daarna: </a:t>
            </a: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gemaakt met os.path (met AI-hulp)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8412480" y="169164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en reflectie</a:t>
            </a:r>
            <a:endParaRPr lang="en-US" sz="2000" dirty="0"/>
          </a:p>
        </p:txBody>
      </p:sp>
      <p:sp>
        <p:nvSpPr>
          <p:cNvPr id="28" name="Shape 24"/>
          <p:cNvSpPr/>
          <p:nvPr/>
        </p:nvSpPr>
        <p:spPr>
          <a:xfrm>
            <a:off x="8412480" y="2075688"/>
            <a:ext cx="822960" cy="45720"/>
          </a:xfrm>
          <a:prstGeom prst="rect">
            <a:avLst/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Shape 25"/>
          <p:cNvSpPr/>
          <p:nvPr/>
        </p:nvSpPr>
        <p:spPr>
          <a:xfrm>
            <a:off x="8412480" y="2240280"/>
            <a:ext cx="331927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6"/>
          <p:cNvSpPr txBox="1"/>
          <p:nvPr/>
        </p:nvSpPr>
        <p:spPr>
          <a:xfrm>
            <a:off x="8549640" y="2286000"/>
            <a:ext cx="30449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</a:t>
            </a: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week bijblijven met de opdrachten.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liep anders: </a:t>
            </a: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Controller was lastiger dan verwacht. Het Weerstation vond ik makkelijker en ik had de Controller onderschat.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keer: </a:t>
            </a: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eerder beginnen. Sprint 2 en 3 startte ik pas in de laatste week, waardoor er geen tijd was voor de XL-opdracht.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8412480" y="452628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Onderzoekend vermogen</a:t>
            </a:r>
            <a:endParaRPr lang="en-US" sz="2000" dirty="0"/>
          </a:p>
        </p:txBody>
      </p:sp>
      <p:sp>
        <p:nvSpPr>
          <p:cNvPr id="32" name="Shape 28"/>
          <p:cNvSpPr/>
          <p:nvPr/>
        </p:nvSpPr>
        <p:spPr>
          <a:xfrm>
            <a:off x="8412480" y="4910328"/>
            <a:ext cx="822960" cy="45720"/>
          </a:xfrm>
          <a:prstGeom prst="rect">
            <a:avLst/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Shape 29"/>
          <p:cNvSpPr/>
          <p:nvPr/>
        </p:nvSpPr>
        <p:spPr>
          <a:xfrm>
            <a:off x="8412480" y="5074920"/>
            <a:ext cx="33192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30"/>
          <p:cNvSpPr txBox="1"/>
          <p:nvPr/>
        </p:nvSpPr>
        <p:spPr>
          <a:xfrm>
            <a:off x="8549640" y="5120640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heb uitgezocht wat API's zijn, hoe ze werken en hoe je ze gebruikt. Zo laat WeerWijs nu het live weer van Utrecht zien.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Text 32"/>
          <p:cNvSpPr txBox="1"/>
          <p:nvPr/>
        </p:nvSpPr>
        <p:spPr>
          <a:xfrm>
            <a:off x="457200" y="63550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Open-Meteo API  |  JSON  |  Bestanden lezen en schrijven  |  try/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WeerWijs - Smart App poster</dc:title>
  <dc:subject>PptxGenJS Presentation</dc:subject>
  <dc:creator>PptxGenJS</dc:creator>
  <cp:lastModifiedBy>Emre Danismaz</cp:lastModifiedBy>
  <cp:revision>2</cp:revision>
  <dcterms:created xsi:type="dcterms:W3CDTF">2026-10-09T18:52:06Z</dcterms:created>
  <dcterms:modified xsi:type="dcterms:W3CDTF">2026-10-09T19:02:47Z</dcterms:modified>
</cp:coreProperties>
</file>